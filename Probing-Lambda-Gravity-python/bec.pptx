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emf" ContentType="image/x-emf"/>
  <Override PartName="/ppt/media/image6.png" ContentType="image/png"/>
  <Override PartName="/ppt/media/image4.png" ContentType="image/png"/>
  <Override PartName="/ppt/media/image5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8640763" cy="3779838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32000" y="149760"/>
            <a:ext cx="7775640" cy="63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2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32000" y="884520"/>
            <a:ext cx="7775640" cy="21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32000" y="149760"/>
            <a:ext cx="7775640" cy="63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209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2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32000" y="884520"/>
            <a:ext cx="7775640" cy="21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66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52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52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52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33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33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39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14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14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26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95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1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95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1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95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1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95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emf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689040" y="3162960"/>
            <a:ext cx="1583280" cy="327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730800" y="3490560"/>
            <a:ext cx="1458000" cy="0"/>
          </a:xfrm>
          <a:prstGeom prst="line">
            <a:avLst/>
          </a:prstGeom>
          <a:ln w="72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0" rIns="36000" tIns="-36000" bIns="-36000" anchor="ctr" anchorCtr="1">
            <a:noAutofit/>
          </a:bodyPr>
          <a:p>
            <a:endParaRPr b="0" lang="en-GB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" name="" descr=""/>
          <p:cNvPicPr/>
          <p:nvPr/>
        </p:nvPicPr>
        <p:blipFill>
          <a:blip r:embed="rId1"/>
          <a:srcRect l="4935" t="0" r="0" b="0"/>
          <a:stretch/>
        </p:blipFill>
        <p:spPr>
          <a:xfrm>
            <a:off x="36000" y="182880"/>
            <a:ext cx="3462120" cy="3518640"/>
          </a:xfrm>
          <a:prstGeom prst="rect">
            <a:avLst/>
          </a:prstGeom>
          <a:ln w="0">
            <a:noFill/>
          </a:ln>
        </p:spPr>
      </p:pic>
      <p:sp>
        <p:nvSpPr>
          <p:cNvPr id="7" name=""/>
          <p:cNvSpPr/>
          <p:nvPr/>
        </p:nvSpPr>
        <p:spPr>
          <a:xfrm>
            <a:off x="397440" y="388080"/>
            <a:ext cx="3124800" cy="0"/>
          </a:xfrm>
          <a:prstGeom prst="line">
            <a:avLst/>
          </a:prstGeom>
          <a:ln w="1800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" rIns="9000" tIns="-9000" bIns="-9000" anchor="ctr" anchorCtr="1">
            <a:noAutofit/>
          </a:bodyPr>
          <a:p>
            <a:endParaRPr b="0" lang="en-GB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439560" y="919800"/>
            <a:ext cx="744120" cy="50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BEC</a:t>
            </a:r>
            <a:endParaRPr b="0" lang="en-GB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" name=""/>
          <p:cNvGrpSpPr/>
          <p:nvPr/>
        </p:nvGrpSpPr>
        <p:grpSpPr>
          <a:xfrm>
            <a:off x="1750320" y="37800"/>
            <a:ext cx="224640" cy="235080"/>
            <a:chOff x="1750320" y="37800"/>
            <a:chExt cx="224640" cy="235080"/>
          </a:xfrm>
        </p:grpSpPr>
        <p:pic>
          <p:nvPicPr>
            <p:cNvPr id="10" name="" descr=""/>
            <p:cNvPicPr/>
            <p:nvPr/>
          </p:nvPicPr>
          <p:blipFill>
            <a:blip r:embed="rId2"/>
            <a:stretch/>
          </p:blipFill>
          <p:spPr>
            <a:xfrm>
              <a:off x="1750320" y="37800"/>
              <a:ext cx="224640" cy="2350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1" name=""/>
          <p:cNvSpPr/>
          <p:nvPr/>
        </p:nvSpPr>
        <p:spPr>
          <a:xfrm>
            <a:off x="3397320" y="2392200"/>
            <a:ext cx="3124800" cy="0"/>
          </a:xfrm>
          <a:prstGeom prst="line">
            <a:avLst/>
          </a:prstGeom>
          <a:ln w="1800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" rIns="9000" tIns="-9000" bIns="-9000" anchor="ctr" anchorCtr="1">
            <a:noAutofit/>
          </a:bodyPr>
          <a:p>
            <a:endParaRPr b="0" lang="en-GB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" name="" descr=""/>
          <p:cNvPicPr/>
          <p:nvPr/>
        </p:nvPicPr>
        <p:blipFill>
          <a:blip r:embed="rId3"/>
          <a:stretch/>
        </p:blipFill>
        <p:spPr>
          <a:xfrm>
            <a:off x="6604920" y="1451520"/>
            <a:ext cx="1208520" cy="1186200"/>
          </a:xfrm>
          <a:prstGeom prst="rect">
            <a:avLst/>
          </a:prstGeom>
          <a:ln w="0">
            <a:noFill/>
          </a:ln>
        </p:spPr>
      </p:pic>
      <p:grpSp>
        <p:nvGrpSpPr>
          <p:cNvPr id="13" name=""/>
          <p:cNvGrpSpPr/>
          <p:nvPr/>
        </p:nvGrpSpPr>
        <p:grpSpPr>
          <a:xfrm>
            <a:off x="4521960" y="1952640"/>
            <a:ext cx="419040" cy="316800"/>
            <a:chOff x="4521960" y="1952640"/>
            <a:chExt cx="419040" cy="316800"/>
          </a:xfrm>
        </p:grpSpPr>
        <p:pic>
          <p:nvPicPr>
            <p:cNvPr id="14" name="" descr=""/>
            <p:cNvPicPr/>
            <p:nvPr/>
          </p:nvPicPr>
          <p:blipFill>
            <a:blip r:embed="rId4"/>
            <a:stretch/>
          </p:blipFill>
          <p:spPr>
            <a:xfrm>
              <a:off x="4521960" y="1952640"/>
              <a:ext cx="419040" cy="3168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5" name=""/>
          <p:cNvGrpSpPr/>
          <p:nvPr/>
        </p:nvGrpSpPr>
        <p:grpSpPr>
          <a:xfrm>
            <a:off x="4143240" y="2472840"/>
            <a:ext cx="1299600" cy="236880"/>
            <a:chOff x="4143240" y="2472840"/>
            <a:chExt cx="1299600" cy="236880"/>
          </a:xfrm>
        </p:grpSpPr>
        <p:pic>
          <p:nvPicPr>
            <p:cNvPr id="16" name="" descr=""/>
            <p:cNvPicPr/>
            <p:nvPr/>
          </p:nvPicPr>
          <p:blipFill>
            <a:blip r:embed="rId5"/>
            <a:stretch/>
          </p:blipFill>
          <p:spPr>
            <a:xfrm>
              <a:off x="4143240" y="2472840"/>
              <a:ext cx="1299600" cy="2368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7" name=""/>
          <p:cNvGrpSpPr/>
          <p:nvPr/>
        </p:nvGrpSpPr>
        <p:grpSpPr>
          <a:xfrm>
            <a:off x="6989400" y="1860480"/>
            <a:ext cx="365400" cy="235080"/>
            <a:chOff x="6989400" y="1860480"/>
            <a:chExt cx="365400" cy="235080"/>
          </a:xfrm>
        </p:grpSpPr>
        <p:pic>
          <p:nvPicPr>
            <p:cNvPr id="18" name="" descr=""/>
            <p:cNvPicPr/>
            <p:nvPr/>
          </p:nvPicPr>
          <p:blipFill>
            <a:blip r:embed="rId6"/>
            <a:stretch/>
          </p:blipFill>
          <p:spPr>
            <a:xfrm>
              <a:off x="6989400" y="1860480"/>
              <a:ext cx="365400" cy="2350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9" name=""/>
          <p:cNvGrpSpPr/>
          <p:nvPr/>
        </p:nvGrpSpPr>
        <p:grpSpPr>
          <a:xfrm>
            <a:off x="1272600" y="446760"/>
            <a:ext cx="1420920" cy="329040"/>
            <a:chOff x="1272600" y="446760"/>
            <a:chExt cx="1420920" cy="329040"/>
          </a:xfrm>
        </p:grpSpPr>
        <p:pic>
          <p:nvPicPr>
            <p:cNvPr id="20" name="" descr=""/>
            <p:cNvPicPr/>
            <p:nvPr/>
          </p:nvPicPr>
          <p:blipFill>
            <a:blip r:embed="rId7"/>
            <a:stretch/>
          </p:blipFill>
          <p:spPr>
            <a:xfrm>
              <a:off x="1272600" y="446760"/>
              <a:ext cx="1420920" cy="3290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1" name=""/>
          <p:cNvGrpSpPr/>
          <p:nvPr/>
        </p:nvGrpSpPr>
        <p:grpSpPr>
          <a:xfrm>
            <a:off x="7797600" y="1533600"/>
            <a:ext cx="779760" cy="311760"/>
            <a:chOff x="7797600" y="1533600"/>
            <a:chExt cx="779760" cy="311760"/>
          </a:xfrm>
        </p:grpSpPr>
        <p:pic>
          <p:nvPicPr>
            <p:cNvPr id="22" name="" descr=""/>
            <p:cNvPicPr/>
            <p:nvPr/>
          </p:nvPicPr>
          <p:blipFill>
            <a:blip r:embed="rId8"/>
            <a:stretch/>
          </p:blipFill>
          <p:spPr>
            <a:xfrm>
              <a:off x="7797600" y="1533600"/>
              <a:ext cx="779760" cy="3117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3" name=""/>
          <p:cNvGrpSpPr/>
          <p:nvPr/>
        </p:nvGrpSpPr>
        <p:grpSpPr>
          <a:xfrm>
            <a:off x="7480080" y="2442600"/>
            <a:ext cx="1123920" cy="229320"/>
            <a:chOff x="7480080" y="2442600"/>
            <a:chExt cx="1123920" cy="229320"/>
          </a:xfrm>
        </p:grpSpPr>
        <p:pic>
          <p:nvPicPr>
            <p:cNvPr id="24" name="" descr=""/>
            <p:cNvPicPr/>
            <p:nvPr/>
          </p:nvPicPr>
          <p:blipFill>
            <a:blip r:embed="rId9"/>
            <a:stretch/>
          </p:blipFill>
          <p:spPr>
            <a:xfrm>
              <a:off x="7480080" y="2442600"/>
              <a:ext cx="1123920" cy="2293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5" name=""/>
          <p:cNvSpPr/>
          <p:nvPr/>
        </p:nvSpPr>
        <p:spPr>
          <a:xfrm>
            <a:off x="7771320" y="1942560"/>
            <a:ext cx="625320" cy="286200"/>
          </a:xfrm>
          <a:custGeom>
            <a:avLst/>
            <a:gdLst>
              <a:gd name="textAreaLeft" fmla="*/ 115560 w 625320"/>
              <a:gd name="textAreaRight" fmla="*/ 526320 w 625320"/>
              <a:gd name="textAreaTop" fmla="*/ 84600 h 286200"/>
              <a:gd name="textAreaBottom" fmla="*/ 201600 h 286200"/>
            </a:gdLst>
            <a:ahLst/>
            <a:rect l="textAreaLeft" t="textAreaTop" r="textAreaRight" b="textAreaBottom"/>
            <a:pathLst>
              <a:path w="21600" h="21800">
                <a:moveTo>
                  <a:pt x="13200" y="0"/>
                </a:moveTo>
                <a:lnTo>
                  <a:pt x="21600" y="10800"/>
                </a:lnTo>
                <a:lnTo>
                  <a:pt x="13200" y="21800"/>
                </a:lnTo>
                <a:lnTo>
                  <a:pt x="13200" y="15200"/>
                </a:lnTo>
                <a:lnTo>
                  <a:pt x="4000" y="15200"/>
                </a:lnTo>
                <a:lnTo>
                  <a:pt x="4000" y="6400"/>
                </a:lnTo>
                <a:lnTo>
                  <a:pt x="13200" y="6400"/>
                </a:lnTo>
                <a:lnTo>
                  <a:pt x="13200" y="0"/>
                </a:lnTo>
                <a:moveTo>
                  <a:pt x="0" y="6400"/>
                </a:moveTo>
                <a:lnTo>
                  <a:pt x="0" y="15200"/>
                </a:lnTo>
                <a:lnTo>
                  <a:pt x="1000" y="15200"/>
                </a:lnTo>
                <a:lnTo>
                  <a:pt x="1000" y="6400"/>
                </a:lnTo>
                <a:lnTo>
                  <a:pt x="0" y="6400"/>
                </a:lnTo>
                <a:moveTo>
                  <a:pt x="2000" y="6400"/>
                </a:moveTo>
                <a:lnTo>
                  <a:pt x="2000" y="15200"/>
                </a:lnTo>
                <a:lnTo>
                  <a:pt x="3000" y="15200"/>
                </a:lnTo>
                <a:lnTo>
                  <a:pt x="3000" y="6400"/>
                </a:lnTo>
                <a:lnTo>
                  <a:pt x="2000" y="64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en-GB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 rot="10800000">
            <a:off x="5980680" y="1942560"/>
            <a:ext cx="624240" cy="286200"/>
          </a:xfrm>
          <a:custGeom>
            <a:avLst/>
            <a:gdLst>
              <a:gd name="textAreaLeft" fmla="*/ 115560 w 624240"/>
              <a:gd name="textAreaRight" fmla="*/ 525600 w 624240"/>
              <a:gd name="textAreaTop" fmla="*/ 84600 h 286200"/>
              <a:gd name="textAreaBottom" fmla="*/ 201600 h 286200"/>
            </a:gdLst>
            <a:ahLst/>
            <a:rect l="textAreaLeft" t="textAreaTop" r="textAreaRight" b="textAreaBottom"/>
            <a:pathLst>
              <a:path w="21600" h="21800">
                <a:moveTo>
                  <a:pt x="13200" y="0"/>
                </a:moveTo>
                <a:lnTo>
                  <a:pt x="21600" y="10800"/>
                </a:lnTo>
                <a:lnTo>
                  <a:pt x="13200" y="21800"/>
                </a:lnTo>
                <a:lnTo>
                  <a:pt x="13200" y="15200"/>
                </a:lnTo>
                <a:lnTo>
                  <a:pt x="4000" y="15200"/>
                </a:lnTo>
                <a:lnTo>
                  <a:pt x="4000" y="6400"/>
                </a:lnTo>
                <a:lnTo>
                  <a:pt x="13200" y="6400"/>
                </a:lnTo>
                <a:lnTo>
                  <a:pt x="13200" y="0"/>
                </a:lnTo>
                <a:moveTo>
                  <a:pt x="0" y="6400"/>
                </a:moveTo>
                <a:lnTo>
                  <a:pt x="0" y="15200"/>
                </a:lnTo>
                <a:lnTo>
                  <a:pt x="1000" y="15200"/>
                </a:lnTo>
                <a:lnTo>
                  <a:pt x="1000" y="6400"/>
                </a:lnTo>
                <a:lnTo>
                  <a:pt x="0" y="6400"/>
                </a:lnTo>
                <a:moveTo>
                  <a:pt x="2000" y="6400"/>
                </a:moveTo>
                <a:lnTo>
                  <a:pt x="2000" y="15200"/>
                </a:lnTo>
                <a:lnTo>
                  <a:pt x="3000" y="15200"/>
                </a:lnTo>
                <a:lnTo>
                  <a:pt x="3000" y="6400"/>
                </a:lnTo>
                <a:lnTo>
                  <a:pt x="2000" y="64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en-GB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4299</TotalTime>
  <Application>LibreOffice/7.6.6.3$Linux_X86_64 LibreOffice_project/d97b2716a9a4a2ce1391dee1765565ea469b0ae7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lastPrinted>2024-09-07T12:44:05Z</cp:lastPrinted>
  <dcterms:modified xsi:type="dcterms:W3CDTF">2024-09-16T01:32:27Z</dcterms:modified>
  <cp:revision>30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xMathsIgnorePreamble">
    <vt:lpwstr>FALSE</vt:lpwstr>
  </property>
  <property fmtid="{D5CDD505-2E9C-101B-9397-08002B2CF9AE}" pid="3" name="TexMathsPreamble">
    <vt:lpwstr>\usepackage{amsmath}§\usepackage{amssymb}§\usepackage[usenames]{color}§\usepackage{ifxetex}§\usepackage{physics}§§% XeLaTeX compiler§\ifxetex§§    \usepackage{fontspec}§    \usepackage{unicode-math}§§    % Uncomment these lines for alternative fonts§    %\setmainfont{FreeSerif}§    %\setmathfont{FreeSerif}§§% LaTeX compiler§\else§§    % Uncomment this line for sans-serif maths font§    %\everymath{\mathsf{\xdef\mysf{\mathgroup\the\mathgroup\relax}}\mysf}§§\fi§</vt:lpwstr>
  </property>
</Properties>
</file>